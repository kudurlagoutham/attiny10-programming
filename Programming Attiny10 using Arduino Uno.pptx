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5" r:id="rId6"/>
    <p:sldId id="260" r:id="rId7"/>
    <p:sldId id="259" r:id="rId8"/>
    <p:sldId id="261" r:id="rId9"/>
    <p:sldId id="262" r:id="rId10"/>
    <p:sldId id="263"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2C631C6-41EF-48AE-A514-2C120DCF1D39}"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984136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2C631C6-41EF-48AE-A514-2C120DCF1D39}"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2599499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C631C6-41EF-48AE-A514-2C120DCF1D39}"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3743974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2C631C6-41EF-48AE-A514-2C120DCF1D39}"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2381014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2C631C6-41EF-48AE-A514-2C120DCF1D39}" type="datetimeFigureOut">
              <a:rPr lang="en-IN" smtClean="0"/>
              <a:t>16-03-2026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572299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2C631C6-41EF-48AE-A514-2C120DCF1D39}" type="datetimeFigureOut">
              <a:rPr lang="en-IN" smtClean="0"/>
              <a:t>16-03-2026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154023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C631C6-41EF-48AE-A514-2C120DCF1D39}" type="datetimeFigureOut">
              <a:rPr lang="en-IN" smtClean="0"/>
              <a:t>16-03-2026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565621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2C631C6-41EF-48AE-A514-2C120DCF1D39}"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3819427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2C631C6-41EF-48AE-A514-2C120DCF1D39}"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451683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2C631C6-41EF-48AE-A514-2C120DCF1D39}"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3938418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2C631C6-41EF-48AE-A514-2C120DCF1D39}"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4B094-CDE0-4C7D-B8A5-12F0EC83143A}" type="slidenum">
              <a:rPr lang="en-IN" smtClean="0"/>
              <a:t>‹#›</a:t>
            </a:fld>
            <a:endParaRPr lang="en-IN"/>
          </a:p>
        </p:txBody>
      </p:sp>
    </p:spTree>
    <p:extLst>
      <p:ext uri="{BB962C8B-B14F-4D97-AF65-F5344CB8AC3E}">
        <p14:creationId xmlns:p14="http://schemas.microsoft.com/office/powerpoint/2010/main" val="3438129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C631C6-41EF-48AE-A514-2C120DCF1D39}" type="datetimeFigureOut">
              <a:rPr lang="en-IN" smtClean="0"/>
              <a:t>16-03-2026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64B094-CDE0-4C7D-B8A5-12F0EC83143A}" type="slidenum">
              <a:rPr lang="en-IN" smtClean="0"/>
              <a:t>‹#›</a:t>
            </a:fld>
            <a:endParaRPr lang="en-IN"/>
          </a:p>
        </p:txBody>
      </p:sp>
    </p:spTree>
    <p:extLst>
      <p:ext uri="{BB962C8B-B14F-4D97-AF65-F5344CB8AC3E}">
        <p14:creationId xmlns:p14="http://schemas.microsoft.com/office/powerpoint/2010/main" val="367025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kimio-kosaka/avrboy/releases/download/v1.0.1/ATtiny4_5_9_10_20_40Programmer_2.zi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kimio-kosaka.github.io/bitDuino10-arduinoTPI/package_bitDuino10-arduinoTPI_index.js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6.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hyperlink" Target="https://youtu.be/71K1L3ZJR8g?si=VOe56Yxncl8lmcqi" TargetMode="External"/><Relationship Id="rId2" Type="http://schemas.openxmlformats.org/officeDocument/2006/relationships/hyperlink" Target="https://kimio-kosaka.github.io/bitDuino10-arduinoTPI/" TargetMode="External"/><Relationship Id="rId1" Type="http://schemas.openxmlformats.org/officeDocument/2006/relationships/slideLayout" Target="../slideLayouts/slideLayout2.xml"/><Relationship Id="rId4" Type="http://schemas.openxmlformats.org/officeDocument/2006/relationships/hyperlink" Target="https://github.com/kudurlagoutham/attiny10-programm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Programming Attiny10 using Arduino Uno	</a:t>
            </a:r>
            <a:endParaRPr lang="en-IN" dirty="0"/>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466245070"/>
      </p:ext>
    </p:extLst>
  </p:cSld>
  <p:clrMapOvr>
    <a:masterClrMapping/>
  </p:clrMapOvr>
  <mc:AlternateContent xmlns:mc="http://schemas.openxmlformats.org/markup-compatibility/2006">
    <mc:Choice xmlns:p14="http://schemas.microsoft.com/office/powerpoint/2010/main" Requires="p14">
      <p:transition spd="slow" p14:dur="2000" advTm="7576"/>
    </mc:Choice>
    <mc:Fallback>
      <p:transition spd="slow" advTm="75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Required Components</a:t>
            </a:r>
            <a:endParaRPr lang="en-IN" dirty="0"/>
          </a:p>
        </p:txBody>
      </p:sp>
      <p:sp>
        <p:nvSpPr>
          <p:cNvPr id="3" name="Content Placeholder 2"/>
          <p:cNvSpPr>
            <a:spLocks noGrp="1"/>
          </p:cNvSpPr>
          <p:nvPr>
            <p:ph idx="1"/>
          </p:nvPr>
        </p:nvSpPr>
        <p:spPr/>
        <p:txBody>
          <a:bodyPr/>
          <a:lstStyle/>
          <a:p>
            <a:r>
              <a:rPr lang="en-US" dirty="0" smtClean="0"/>
              <a:t>These are the following components that are required to Upload the code to Attiny10.</a:t>
            </a:r>
            <a:br>
              <a:rPr lang="en-US" dirty="0" smtClean="0"/>
            </a:br>
            <a:r>
              <a:rPr lang="en-US" dirty="0" smtClean="0"/>
              <a:t>1. Attiny10</a:t>
            </a:r>
            <a:br>
              <a:rPr lang="en-US" dirty="0" smtClean="0"/>
            </a:br>
            <a:r>
              <a:rPr lang="en-US" dirty="0" smtClean="0"/>
              <a:t>2. Arduino Uno</a:t>
            </a:r>
            <a:r>
              <a:rPr lang="en-IN" dirty="0"/>
              <a:t/>
            </a:r>
            <a:br>
              <a:rPr lang="en-IN" dirty="0"/>
            </a:br>
            <a:r>
              <a:rPr lang="en-IN" dirty="0" smtClean="0"/>
              <a:t>3. Some wires</a:t>
            </a:r>
            <a:br>
              <a:rPr lang="en-IN" dirty="0" smtClean="0"/>
            </a:br>
            <a:r>
              <a:rPr lang="en-IN" dirty="0" smtClean="0"/>
              <a:t>4. 220Ohm resistors-4</a:t>
            </a:r>
            <a:br>
              <a:rPr lang="en-IN" dirty="0" smtClean="0"/>
            </a:br>
            <a:r>
              <a:rPr lang="en-IN" dirty="0" smtClean="0"/>
              <a:t>5. Arduino IDE 1.8.9</a:t>
            </a:r>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064543434"/>
      </p:ext>
    </p:extLst>
  </p:cSld>
  <p:clrMapOvr>
    <a:masterClrMapping/>
  </p:clrMapOvr>
  <mc:AlternateContent xmlns:mc="http://schemas.openxmlformats.org/markup-compatibility/2006">
    <mc:Choice xmlns:p14="http://schemas.microsoft.com/office/powerpoint/2010/main" Requires="p14">
      <p:transition spd="slow" p14:dur="2000" advTm="4341"/>
    </mc:Choice>
    <mc:Fallback>
      <p:transition spd="slow" advTm="43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a:t>
            </a:r>
            <a:endParaRPr lang="en-IN" dirty="0"/>
          </a:p>
        </p:txBody>
      </p:sp>
      <p:sp>
        <p:nvSpPr>
          <p:cNvPr id="3" name="Content Placeholder 2"/>
          <p:cNvSpPr>
            <a:spLocks noGrp="1"/>
          </p:cNvSpPr>
          <p:nvPr>
            <p:ph idx="1"/>
          </p:nvPr>
        </p:nvSpPr>
        <p:spPr/>
        <p:txBody>
          <a:bodyPr/>
          <a:lstStyle/>
          <a:p>
            <a:r>
              <a:rPr lang="en-US" dirty="0" smtClean="0"/>
              <a:t>To proceed with the process first of all There are two versions of attiny10 microcontroller. If you have a dual in line package which can be mounted into PCB, you can directly use bread board.</a:t>
            </a:r>
          </a:p>
          <a:p>
            <a:r>
              <a:rPr lang="en-US" dirty="0" smtClean="0"/>
              <a:t>If you have a small smd version then solder that controller onto your custom board or 6 pin sot23 </a:t>
            </a:r>
            <a:r>
              <a:rPr lang="en-US" dirty="0" err="1" smtClean="0"/>
              <a:t>pcb</a:t>
            </a:r>
            <a:r>
              <a:rPr lang="en-US" dirty="0" smtClean="0"/>
              <a:t> board to use microcontroller.</a:t>
            </a:r>
          </a:p>
          <a:p>
            <a:r>
              <a:rPr lang="en-US" dirty="0" smtClean="0"/>
              <a:t>In my case I have used sot24 </a:t>
            </a:r>
            <a:r>
              <a:rPr lang="en-US" dirty="0" err="1" smtClean="0"/>
              <a:t>pcb</a:t>
            </a:r>
            <a:r>
              <a:rPr lang="en-US" dirty="0" smtClean="0"/>
              <a:t> board. And connected it to </a:t>
            </a:r>
            <a:r>
              <a:rPr lang="en-US" dirty="0" err="1" smtClean="0"/>
              <a:t>pcb</a:t>
            </a:r>
            <a:r>
              <a:rPr lang="en-US" dirty="0" smtClean="0"/>
              <a:t> to program.</a:t>
            </a:r>
            <a:br>
              <a:rPr lang="en-US" dirty="0" smtClean="0"/>
            </a:br>
            <a:endParaRPr lang="en-IN" dirty="0"/>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140880027"/>
      </p:ext>
    </p:extLst>
  </p:cSld>
  <p:clrMapOvr>
    <a:masterClrMapping/>
  </p:clrMapOvr>
  <mc:AlternateContent xmlns:mc="http://schemas.openxmlformats.org/markup-compatibility/2006">
    <mc:Choice xmlns:p14="http://schemas.microsoft.com/office/powerpoint/2010/main" Requires="p14">
      <p:transition spd="slow" p14:dur="2000" advTm="4878"/>
    </mc:Choice>
    <mc:Fallback>
      <p:transition spd="slow" advTm="48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Procedure</a:t>
            </a:r>
            <a:endParaRPr lang="en-IN" dirty="0"/>
          </a:p>
        </p:txBody>
      </p:sp>
      <p:sp>
        <p:nvSpPr>
          <p:cNvPr id="3" name="Content Placeholder 2"/>
          <p:cNvSpPr>
            <a:spLocks noGrp="1"/>
          </p:cNvSpPr>
          <p:nvPr>
            <p:ph idx="1"/>
          </p:nvPr>
        </p:nvSpPr>
        <p:spPr/>
        <p:txBody>
          <a:bodyPr/>
          <a:lstStyle/>
          <a:p>
            <a:r>
              <a:rPr lang="en-US" dirty="0" smtClean="0"/>
              <a:t>Now download Arduino IDE 1.8.9 and also download the zip file from </a:t>
            </a:r>
            <a:r>
              <a:rPr lang="en-US" dirty="0"/>
              <a:t>following link.</a:t>
            </a:r>
            <a:br>
              <a:rPr lang="en-US" dirty="0"/>
            </a:br>
            <a:r>
              <a:rPr lang="en-US" dirty="0">
                <a:hlinkClick r:id="rId2"/>
              </a:rPr>
              <a:t>https://</a:t>
            </a:r>
            <a:r>
              <a:rPr lang="en-US" dirty="0" smtClean="0">
                <a:hlinkClick r:id="rId2"/>
              </a:rPr>
              <a:t>github.com/kimio-kosaka/avrboy/releases/download/v1.0.1/ATtiny4_5_9_10_20_40Programmer_2.zip</a:t>
            </a:r>
            <a:endParaRPr lang="en-US" dirty="0"/>
          </a:p>
          <a:p>
            <a:r>
              <a:rPr lang="en-US" dirty="0" smtClean="0"/>
              <a:t>This method only works on v1.8.9 and also we have to turn </a:t>
            </a:r>
            <a:r>
              <a:rPr lang="en-US" dirty="0" err="1" smtClean="0"/>
              <a:t>arduino</a:t>
            </a:r>
            <a:r>
              <a:rPr lang="en-US" dirty="0" smtClean="0"/>
              <a:t> </a:t>
            </a:r>
            <a:r>
              <a:rPr lang="en-US" dirty="0" err="1" smtClean="0"/>
              <a:t>uno</a:t>
            </a:r>
            <a:r>
              <a:rPr lang="en-US" dirty="0" smtClean="0"/>
              <a:t> as a programmer. The zip file contains that code.</a:t>
            </a:r>
          </a:p>
          <a:p>
            <a:endParaRPr lang="en-IN" dirty="0"/>
          </a:p>
        </p:txBody>
      </p:sp>
    </p:spTree>
    <p:extLst>
      <p:ext uri="{BB962C8B-B14F-4D97-AF65-F5344CB8AC3E}">
        <p14:creationId xmlns:p14="http://schemas.microsoft.com/office/powerpoint/2010/main" val="3569628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a:t>
            </a:r>
            <a:endParaRPr lang="en-IN" dirty="0"/>
          </a:p>
        </p:txBody>
      </p:sp>
      <p:sp>
        <p:nvSpPr>
          <p:cNvPr id="3" name="Content Placeholder 2"/>
          <p:cNvSpPr>
            <a:spLocks noGrp="1"/>
          </p:cNvSpPr>
          <p:nvPr>
            <p:ph idx="1"/>
          </p:nvPr>
        </p:nvSpPr>
        <p:spPr/>
        <p:txBody>
          <a:bodyPr/>
          <a:lstStyle/>
          <a:p>
            <a:r>
              <a:rPr lang="en-US" dirty="0" smtClean="0"/>
              <a:t>Now open Install Arduino IDE that has been downloaded and install new board i.e., </a:t>
            </a:r>
            <a:r>
              <a:rPr lang="en-US" dirty="0" err="1" smtClean="0"/>
              <a:t>bitduino</a:t>
            </a:r>
            <a:r>
              <a:rPr lang="en-US" dirty="0" smtClean="0"/>
              <a:t> 10a-TPI.</a:t>
            </a:r>
          </a:p>
          <a:p>
            <a:r>
              <a:rPr lang="en-US" dirty="0" smtClean="0"/>
              <a:t>You can do this by updating board manager URL within the preferences option with this </a:t>
            </a:r>
            <a:r>
              <a:rPr lang="en-US" dirty="0"/>
              <a:t>following link.</a:t>
            </a:r>
            <a:br>
              <a:rPr lang="en-US" dirty="0"/>
            </a:br>
            <a:r>
              <a:rPr lang="en-US" dirty="0">
                <a:hlinkClick r:id="rId2"/>
              </a:rPr>
              <a:t>https://</a:t>
            </a:r>
            <a:r>
              <a:rPr lang="en-US" dirty="0" smtClean="0">
                <a:hlinkClick r:id="rId2"/>
              </a:rPr>
              <a:t>kimio-kosaka.github.io/bitDuino10-arduinoTPI/package_bitDuino10-arduinoTPI_index.json</a:t>
            </a:r>
            <a:endParaRPr lang="en-US" dirty="0" smtClean="0"/>
          </a:p>
          <a:p>
            <a:r>
              <a:rPr lang="en-US" dirty="0" smtClean="0"/>
              <a:t>After inserting this link click ok and search for </a:t>
            </a:r>
            <a:r>
              <a:rPr lang="en-US" dirty="0" err="1" smtClean="0"/>
              <a:t>bitduino</a:t>
            </a:r>
            <a:r>
              <a:rPr lang="en-US" dirty="0" smtClean="0"/>
              <a:t> in boards manager option. </a:t>
            </a:r>
            <a:endParaRPr lang="en-IN" dirty="0"/>
          </a:p>
        </p:txBody>
      </p:sp>
    </p:spTree>
    <p:extLst>
      <p:ext uri="{BB962C8B-B14F-4D97-AF65-F5344CB8AC3E}">
        <p14:creationId xmlns:p14="http://schemas.microsoft.com/office/powerpoint/2010/main" val="2069311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a:t>
            </a:r>
            <a:endParaRPr lang="en-IN" dirty="0"/>
          </a:p>
        </p:txBody>
      </p:sp>
      <p:sp>
        <p:nvSpPr>
          <p:cNvPr id="3" name="Content Placeholder 2"/>
          <p:cNvSpPr>
            <a:spLocks noGrp="1"/>
          </p:cNvSpPr>
          <p:nvPr>
            <p:ph idx="1"/>
          </p:nvPr>
        </p:nvSpPr>
        <p:spPr/>
        <p:txBody>
          <a:bodyPr/>
          <a:lstStyle/>
          <a:p>
            <a:r>
              <a:rPr lang="en-US" dirty="0" smtClean="0"/>
              <a:t>Install new board and select the newly installed board.</a:t>
            </a:r>
          </a:p>
          <a:p>
            <a:r>
              <a:rPr lang="en-US" dirty="0" smtClean="0"/>
              <a:t>Now connect Arduino Uno and upload the Arduino code from the zip file to turn it into programmer.</a:t>
            </a:r>
          </a:p>
          <a:p>
            <a:r>
              <a:rPr lang="en-US" dirty="0" smtClean="0"/>
              <a:t>And now get all the components that are required to this proceed with this process. Like resistors, wires and mainly attiny10 microcontroller.</a:t>
            </a:r>
            <a:endParaRPr lang="en-IN" dirty="0"/>
          </a:p>
        </p:txBody>
      </p:sp>
    </p:spTree>
    <p:extLst>
      <p:ext uri="{BB962C8B-B14F-4D97-AF65-F5344CB8AC3E}">
        <p14:creationId xmlns:p14="http://schemas.microsoft.com/office/powerpoint/2010/main" val="16757339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a:t>
            </a:r>
            <a:endParaRPr lang="en-IN" dirty="0"/>
          </a:p>
        </p:txBody>
      </p:sp>
      <p:sp>
        <p:nvSpPr>
          <p:cNvPr id="3" name="Content Placeholder 2"/>
          <p:cNvSpPr>
            <a:spLocks noGrp="1"/>
          </p:cNvSpPr>
          <p:nvPr>
            <p:ph idx="1"/>
          </p:nvPr>
        </p:nvSpPr>
        <p:spPr/>
        <p:txBody>
          <a:bodyPr/>
          <a:lstStyle/>
          <a:p>
            <a:r>
              <a:rPr lang="en-US" dirty="0" smtClean="0"/>
              <a:t>I have soldered the resistors and made connections as per the circuit diagram that has shown below.</a:t>
            </a:r>
            <a:br>
              <a:rPr lang="en-US" dirty="0" smtClean="0"/>
            </a:br>
            <a:endParaRPr lang="en-IN" dirty="0"/>
          </a:p>
        </p:txBody>
      </p:sp>
      <p:pic>
        <p:nvPicPr>
          <p:cNvPr id="4" name="Picture 3"/>
          <p:cNvPicPr>
            <a:picLocks noChangeAspect="1"/>
          </p:cNvPicPr>
          <p:nvPr/>
        </p:nvPicPr>
        <p:blipFill>
          <a:blip r:embed="rId2"/>
          <a:stretch>
            <a:fillRect/>
          </a:stretch>
        </p:blipFill>
        <p:spPr>
          <a:xfrm>
            <a:off x="276225" y="3203385"/>
            <a:ext cx="5819775" cy="337185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57974" y="2689640"/>
            <a:ext cx="2892425" cy="3286941"/>
          </a:xfrm>
          <a:prstGeom prst="rect">
            <a:avLst/>
          </a:prstGeom>
        </p:spPr>
      </p:pic>
    </p:spTree>
    <p:extLst>
      <p:ext uri="{BB962C8B-B14F-4D97-AF65-F5344CB8AC3E}">
        <p14:creationId xmlns:p14="http://schemas.microsoft.com/office/powerpoint/2010/main" val="16587501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a:t>
            </a:r>
            <a:endParaRPr lang="en-IN" dirty="0"/>
          </a:p>
        </p:txBody>
      </p:sp>
      <p:sp>
        <p:nvSpPr>
          <p:cNvPr id="3" name="Content Placeholder 2"/>
          <p:cNvSpPr>
            <a:spLocks noGrp="1"/>
          </p:cNvSpPr>
          <p:nvPr>
            <p:ph idx="1"/>
          </p:nvPr>
        </p:nvSpPr>
        <p:spPr/>
        <p:txBody>
          <a:bodyPr/>
          <a:lstStyle/>
          <a:p>
            <a:r>
              <a:rPr lang="en-US" dirty="0"/>
              <a:t>And now change the board from board manager as attiny10 </a:t>
            </a:r>
            <a:r>
              <a:rPr lang="en-US" dirty="0" err="1"/>
              <a:t>bitduino</a:t>
            </a:r>
            <a:r>
              <a:rPr lang="en-US" dirty="0"/>
              <a:t> and select the port which is connected to the Arduino</a:t>
            </a:r>
            <a:r>
              <a:rPr lang="en-US" dirty="0" smtClean="0"/>
              <a:t>.</a:t>
            </a:r>
          </a:p>
          <a:p>
            <a:r>
              <a:rPr lang="en-US" dirty="0" smtClean="0"/>
              <a:t>Its time to write some code for attiny10 microcontroller. I have gone with the basic blink code.</a:t>
            </a:r>
          </a:p>
          <a:p>
            <a:r>
              <a:rPr lang="en-US" dirty="0"/>
              <a:t>After compilation process is </a:t>
            </a:r>
            <a:r>
              <a:rPr lang="en-US" dirty="0" smtClean="0"/>
              <a:t>done, check all connections before uploading the code.</a:t>
            </a:r>
          </a:p>
          <a:p>
            <a:r>
              <a:rPr lang="en-US" dirty="0" smtClean="0"/>
              <a:t>Upload the code to attiny10. It might take few seconds to do it. If it is failed try replicate the same procedure. And if you are doing everything right. Then it might be your computer or software.</a:t>
            </a:r>
            <a:endParaRPr lang="en-IN" dirty="0"/>
          </a:p>
        </p:txBody>
      </p:sp>
    </p:spTree>
    <p:extLst>
      <p:ext uri="{BB962C8B-B14F-4D97-AF65-F5344CB8AC3E}">
        <p14:creationId xmlns:p14="http://schemas.microsoft.com/office/powerpoint/2010/main" val="775496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a:t>
            </a:r>
            <a:endParaRPr lang="en-IN" dirty="0"/>
          </a:p>
        </p:txBody>
      </p:sp>
      <p:sp>
        <p:nvSpPr>
          <p:cNvPr id="3" name="Content Placeholder 2"/>
          <p:cNvSpPr>
            <a:spLocks noGrp="1"/>
          </p:cNvSpPr>
          <p:nvPr>
            <p:ph idx="1"/>
          </p:nvPr>
        </p:nvSpPr>
        <p:spPr/>
        <p:txBody>
          <a:bodyPr/>
          <a:lstStyle/>
          <a:p>
            <a:r>
              <a:rPr lang="en-US" dirty="0" smtClean="0"/>
              <a:t>I have failed to upload with my laptop. But, It works with my PC.</a:t>
            </a:r>
          </a:p>
          <a:p>
            <a:pPr marL="0" indent="0">
              <a:buNone/>
            </a:pPr>
            <a:r>
              <a:rPr lang="en-US" dirty="0" smtClean="0"/>
              <a:t> </a:t>
            </a: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905" y="2183641"/>
            <a:ext cx="10453963" cy="4674359"/>
          </a:xfrm>
          <a:prstGeom prst="rect">
            <a:avLst/>
          </a:prstGeom>
        </p:spPr>
      </p:pic>
    </p:spTree>
    <p:extLst>
      <p:ext uri="{BB962C8B-B14F-4D97-AF65-F5344CB8AC3E}">
        <p14:creationId xmlns:p14="http://schemas.microsoft.com/office/powerpoint/2010/main" val="26340455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a:t>
            </a:r>
            <a:endParaRPr lang="en-IN" dirty="0"/>
          </a:p>
        </p:txBody>
      </p:sp>
      <p:sp>
        <p:nvSpPr>
          <p:cNvPr id="3" name="Content Placeholder 2"/>
          <p:cNvSpPr>
            <a:spLocks noGrp="1"/>
          </p:cNvSpPr>
          <p:nvPr>
            <p:ph idx="1"/>
          </p:nvPr>
        </p:nvSpPr>
        <p:spPr/>
        <p:txBody>
          <a:bodyPr/>
          <a:lstStyle/>
          <a:p>
            <a:r>
              <a:rPr lang="en-US" dirty="0" smtClean="0"/>
              <a:t>You might have noticed that it occupies less memory as compared to first code. Because the second code has been written in </a:t>
            </a:r>
            <a:r>
              <a:rPr lang="en-US" dirty="0" err="1" smtClean="0"/>
              <a:t>atmel</a:t>
            </a:r>
            <a:r>
              <a:rPr lang="en-US" dirty="0" smtClean="0"/>
              <a:t> studio.</a:t>
            </a:r>
          </a:p>
          <a:p>
            <a:r>
              <a:rPr lang="en-US" dirty="0" smtClean="0"/>
              <a:t>And the code is optimized for attiny10 whereas Arduino IDE is taking half of controller memory.</a:t>
            </a:r>
          </a:p>
          <a:p>
            <a:r>
              <a:rPr lang="en-US" dirty="0" smtClean="0"/>
              <a:t>And you can even optimize the code in </a:t>
            </a:r>
            <a:r>
              <a:rPr lang="en-US" dirty="0" err="1" smtClean="0"/>
              <a:t>atmel</a:t>
            </a:r>
            <a:r>
              <a:rPr lang="en-US" dirty="0" smtClean="0"/>
              <a:t> studio by avoiding huge libraries.</a:t>
            </a:r>
          </a:p>
        </p:txBody>
      </p:sp>
    </p:spTree>
    <p:extLst>
      <p:ext uri="{BB962C8B-B14F-4D97-AF65-F5344CB8AC3E}">
        <p14:creationId xmlns:p14="http://schemas.microsoft.com/office/powerpoint/2010/main" val="42738453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IN" dirty="0"/>
          </a:p>
        </p:txBody>
      </p:sp>
      <p:pic>
        <p:nvPicPr>
          <p:cNvPr id="4" name="AQM9fUU2kkbiSHWMofrI0UuyCpEBUQH_1YsKBfeeHpCMk2lhdtZxLFYH_AjxyW8px-4bOno9YexWJ1KE18qKmx2N0zi9W0qwl_qMgV8">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187356" y="1948455"/>
            <a:ext cx="3468616" cy="4351338"/>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1948455"/>
            <a:ext cx="3506993" cy="4380494"/>
          </a:xfrm>
          <a:prstGeom prst="rect">
            <a:avLst/>
          </a:prstGeom>
        </p:spPr>
      </p:pic>
    </p:spTree>
    <p:extLst>
      <p:ext uri="{BB962C8B-B14F-4D97-AF65-F5344CB8AC3E}">
        <p14:creationId xmlns:p14="http://schemas.microsoft.com/office/powerpoint/2010/main" val="42361215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IN" dirty="0"/>
          </a:p>
        </p:txBody>
      </p:sp>
      <p:sp>
        <p:nvSpPr>
          <p:cNvPr id="3" name="Content Placeholder 2"/>
          <p:cNvSpPr>
            <a:spLocks noGrp="1"/>
          </p:cNvSpPr>
          <p:nvPr>
            <p:ph idx="1"/>
          </p:nvPr>
        </p:nvSpPr>
        <p:spPr/>
        <p:txBody>
          <a:bodyPr/>
          <a:lstStyle/>
          <a:p>
            <a:r>
              <a:rPr lang="en-IN" dirty="0">
                <a:hlinkClick r:id="rId2"/>
              </a:rPr>
              <a:t>https://kimio-kosaka.github.io/bitDuino10-arduinoTPI</a:t>
            </a:r>
            <a:r>
              <a:rPr lang="en-IN" dirty="0" smtClean="0">
                <a:hlinkClick r:id="rId2"/>
              </a:rPr>
              <a:t>/</a:t>
            </a:r>
            <a:endParaRPr lang="en-IN" dirty="0" smtClean="0"/>
          </a:p>
          <a:p>
            <a:r>
              <a:rPr lang="en-IN" dirty="0">
                <a:hlinkClick r:id="rId3"/>
              </a:rPr>
              <a:t>https://</a:t>
            </a:r>
            <a:r>
              <a:rPr lang="en-IN" dirty="0" smtClean="0">
                <a:hlinkClick r:id="rId3"/>
              </a:rPr>
              <a:t>youtu.be/71K1L3ZJR8g?si=VOe56Yxncl8lmcqi</a:t>
            </a:r>
            <a:endParaRPr lang="en-IN" dirty="0" smtClean="0"/>
          </a:p>
          <a:p>
            <a:r>
              <a:rPr lang="en-US" dirty="0" smtClean="0"/>
              <a:t>You can get all files from my </a:t>
            </a:r>
            <a:r>
              <a:rPr lang="en-US" dirty="0" err="1" smtClean="0"/>
              <a:t>github</a:t>
            </a:r>
            <a:r>
              <a:rPr lang="en-US" dirty="0"/>
              <a:t/>
            </a:r>
            <a:br>
              <a:rPr lang="en-US" dirty="0"/>
            </a:br>
            <a:r>
              <a:rPr lang="en-US" dirty="0">
                <a:hlinkClick r:id="rId4"/>
              </a:rPr>
              <a:t>https://</a:t>
            </a:r>
            <a:r>
              <a:rPr lang="en-US" dirty="0" smtClean="0">
                <a:hlinkClick r:id="rId4"/>
              </a:rPr>
              <a:t>github.com/kudurlagoutham/attiny10-programming</a:t>
            </a:r>
            <a:endParaRPr lang="en-US" dirty="0" smtClean="0"/>
          </a:p>
          <a:p>
            <a:pPr marL="0" indent="0">
              <a:buNone/>
            </a:pPr>
            <a:r>
              <a:rPr lang="en-US" dirty="0" smtClean="0"/>
              <a:t/>
            </a:r>
            <a:br>
              <a:rPr lang="en-US" dirty="0" smtClean="0"/>
            </a:br>
            <a:endParaRPr lang="en-IN" dirty="0" smtClean="0"/>
          </a:p>
        </p:txBody>
      </p:sp>
    </p:spTree>
    <p:extLst>
      <p:ext uri="{BB962C8B-B14F-4D97-AF65-F5344CB8AC3E}">
        <p14:creationId xmlns:p14="http://schemas.microsoft.com/office/powerpoint/2010/main" val="12667362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424</Words>
  <Application>Microsoft Office PowerPoint</Application>
  <PresentationFormat>Widescreen</PresentationFormat>
  <Paragraphs>38</Paragraphs>
  <Slides>12</Slides>
  <Notes>0</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Programming Attiny10 using Arduino Uno </vt:lpstr>
      <vt:lpstr>Required Components</vt:lpstr>
      <vt:lpstr>Procedure</vt:lpstr>
      <vt:lpstr>Procedure</vt:lpstr>
      <vt:lpstr>Procedure</vt:lpstr>
      <vt:lpstr>Procedure</vt:lpstr>
      <vt:lpstr>Procedure</vt:lpstr>
      <vt:lpstr>Procedure</vt:lpstr>
      <vt:lpstr>Procedure</vt:lpstr>
      <vt:lpstr>Procedure</vt:lpstr>
      <vt:lpstr>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Attiny10 using Arduino Uno </dc:title>
  <dc:creator>PC</dc:creator>
  <cp:lastModifiedBy>PC</cp:lastModifiedBy>
  <cp:revision>25</cp:revision>
  <dcterms:created xsi:type="dcterms:W3CDTF">2026-03-15T08:25:03Z</dcterms:created>
  <dcterms:modified xsi:type="dcterms:W3CDTF">2026-03-16T03:18:05Z</dcterms:modified>
</cp:coreProperties>
</file>